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2026-10-02T09:26:36.137347Z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3c2af0e81e68f225856beb37bb6262b894d1392e4c325fa26eb785fa2045d6b4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2026-10-02T09:26:36.137347Z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