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2026-10-02T09:26:36.458182Z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4cf84de90ccb1d27013d8b66918cccbd93cd80c851982f8b9e3baff37ddd8be8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2026-10-02T09:26:36.458182Z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